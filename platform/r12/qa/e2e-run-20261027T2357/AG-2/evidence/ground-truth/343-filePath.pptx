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“智造贷”产品要点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适用对象：制造业中小微企业</a:t>
            </a:r>
          </a:p>
          <a:p>
            <a:r>
              <a:t>最高额度：8000万元（信用部分不超过1000万元）</a:t>
            </a:r>
          </a:p>
          <a:p>
            <a:r>
              <a:t>最长期限：3年</a:t>
            </a:r>
          </a:p>
          <a:p>
            <a:r>
              <a:t>利率：1年期LPR加点30~100BP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办理流程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受理 → 资料审核 → 评级授信 → 审批（10个工作日）→ 放款（3个工作日）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